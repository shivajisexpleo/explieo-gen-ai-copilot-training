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REST APIs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Architecture  •  FastAPI Services  •  Modular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Automation  •  Copilot-Assisted Development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Developer Training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Hours  |  Format: Lecture + Hands-on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 with Copilot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73152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&amp; Package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21992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22199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21992"/>
            <a:ext cx="73152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Automation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83864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83864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557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Principles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483864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83864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3557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Build a Microservice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REST API?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contains all info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represent resources, not 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PATCH, DELETE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 exchange format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at a Glance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resource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84832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848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130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06624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7066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752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resource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28416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328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resource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33741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50208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9502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Copilot Accelerates API Development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comment describing the endpoint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 the full route handler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validation and response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writes test cases from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happy path &amp; error cases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fixtures auto-suggested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&amp; Schema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descriptions from comments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from plain English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example payloads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Copilot Prompt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intent clearly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GET endpoint that returns a paginated list of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optional status filter. Return 404 if no tasks found.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86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data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model: id (UUID), title (str), status (pending|done),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created_at (datetime). Auto-generate Pydantic schema.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57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error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proper HTTP exceptions: 400 validation, 404 not found,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500 internal error with logging.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Architecture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Python 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task_service/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test_tasks.py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91440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entry point — creates FastAPI instance, registers routers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916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039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settings using Pydantic BaseSettings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4688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schemas, DB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4612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593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no HTTP dependencies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40233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370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definitions grouped by resource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Packaging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folder a package. Use it to control what is exported. Keep it minimal — avoid logic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9875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51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.task import Task, TaskCreate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 Imports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absolute imports at the package level for clarity. Relative imports (from .module) work within a package.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3591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task_service.models.task import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Scaffolding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package structure in a comment. Copilot generates __init__.py exports and imports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7307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794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Copilot: generate __init__.py for models package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Development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 for Copilot-Assisted Development?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 than Flask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typed APIs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async/await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type annotations drive validation, docs, and Copilot suggestions automatically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validation with zero boilerplate — Copilot completes entire schemas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 system for auth, DB sessions — Copilot understands the patterns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TestClient Built-in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testing of async endpoints with httpx TestClient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FastAPI Service Step-by-Step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FastAPI(title='Task Service')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Task(BaseModel):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bool =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@app.get('/tasks/{task_id}')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get_task(task_id: int) -&gt; Task: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Copilot fills this in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0" y="102412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9692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FastAPI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fastapi uvicorn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89280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0025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9476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handles validation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871216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298094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282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+ type hints = auto 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849624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23560" y="39593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39044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4261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--reload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Boilerplate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with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Copilot Automate?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COPILOT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write CRUD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out Pydantic schemas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34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repetitive test fixtures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92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 error handlers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050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router boilerplate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→ Copilot generates CRUD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756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fields → schema generated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34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pattern → fixtures auto-filled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92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comment → full error handling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050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header → router auto-scaffolded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914400"/>
            <a:ext cx="0" cy="3931920"/>
          </a:xfrm>
          <a:prstGeom prst="line">
            <a:avLst/>
          </a:prstGeom>
          <a:noFill/>
          <a:ln w="19050">
            <a:solidFill>
              <a:srgbClr val="DBEAF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14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(Routers)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in/out · validation · response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79552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(Business Logic)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transformations · 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749808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(Repositories)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queries · ORM · external 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346704"/>
            <a:ext cx="70408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/ Schemas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941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· DB entities · DTOs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4142232"/>
            <a:ext cx="65836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4197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4897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env vars · feature flags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Modular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does one thing. A router handles HTTP, a service handles business logic — never mix the two.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6811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68112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communicate through interfaces. Services don't import routers. This enables testing in isolation.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04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755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7249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code lives together. All task-related logic is in the tasks module — not scattered across files.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1343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404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6811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Principle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68112" y="27249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Yourself. Extract shared logic to utilities. Copilot detects patterns and suggests refactors.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58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755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dependencies in (don't import them globally). FastAPI's Depends() makes this natural and testable.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58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6811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over Implicit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clear, verbose code. Type annotations + docstrings = self-documenting + better Copilot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Microservice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Copilot-Assisted Development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  |  Lab file: lab_fastapi_microservice.py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Task Management Microservice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005840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08760" y="1371600"/>
            <a:ext cx="10058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371600"/>
            <a:ext cx="10058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task_service.py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371600"/>
            <a:ext cx="100584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66344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514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 —  Pydantic BaseSettings (env vars &amp; app config)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FastAPI app, router registration, startup config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FastAPI app, router registration, startup config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25312" y="1408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FastAPI project 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9933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Pydantic Task models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26151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25312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service layer (CRUD logic)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23697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531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REST endpoints with Copilot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38587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25312" y="38953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configuration with BaseSettings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4480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25312" y="45171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API via /docs (Swagger UI)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accelerates REST API development — from schema to endpoint in seconds with the right prompts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 architecture matters — routers, services, models, and config should be clearly separated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9689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FastAPI's type-hint-first design pairs perfectly with Copilot — annotations drive validation, docs, and suggestions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4107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is a solved problem — let Copilot generate CRUD, error handlers, and fixtures from intent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51376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696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enables maintainability — single responsibility + loose coupling + DI = testable 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REST APIs with GitHub Copilot</dc:title>
  <dc:subject>PptxGenJS Presentation</dc:subject>
  <dc:creator>PptxGenJS</dc:creator>
  <cp:lastModifiedBy>PptxGenJS</cp:lastModifiedBy>
  <cp:revision>1</cp:revision>
  <dcterms:created xsi:type="dcterms:W3CDTF">2026-04-06T10:41:41Z</dcterms:created>
  <dcterms:modified xsi:type="dcterms:W3CDTF">2026-04-06T10:41:41Z</dcterms:modified>
</cp:coreProperties>
</file>
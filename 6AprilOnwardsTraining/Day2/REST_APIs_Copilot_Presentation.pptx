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9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4572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4572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0" y="4572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0" y="109728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REST APIs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5029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 Architecture  •  FastAPI Services  •  Modular Design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Automation  •  Copilot-Assisted Development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Developer Training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 Hours  |  Format: Lecture + Hands-on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Fundamentals with Copilot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73152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033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 &amp; Package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221992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Development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16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221992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221992"/>
            <a:ext cx="73152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Automation Patterns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816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83864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483864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3557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Principles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78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483864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483864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32120" y="3557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Build a Microservice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078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Fundamentals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REST API?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33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contains all info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represent resources, not 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953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PATCH, DELETE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913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JSON/XML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data exchange format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at a Glance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resource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092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84832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0848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2130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resource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706624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7066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2752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resource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328416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3284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3374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resource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33741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950208"/>
            <a:ext cx="640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9502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6092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Copilot Accelerates API Development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✍️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Endpoint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comment describing the endpoint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 the full route handler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validation and response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writes test cases from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happy path &amp; error cases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fixtures auto-suggested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&amp; Schema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descriptions from comments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from plain English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example payloads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Copilot Prompt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intent clearly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GET endpoint that returns a paginated list of tasks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optional status filter. Return 404 if no tasks found.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data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8595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 model: id (UUID), title (str), status (pending|done),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created_at (datetime). Auto-generate Pydantic schema.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657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error handling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proper HTTP exceptions: 400 validation, 404 not found,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500 internal error with logging.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 &amp;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Architecture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Python Project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task_service/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task.py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task_service.py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routers/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tasks.py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test_tasks.py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entry point — creates FastAPI instance, registers routers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039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settings using Pydantic BaseSettings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816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request/response schemas, DB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593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 — no HTTP dependencies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402336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4370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definitions grouped by resource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Packaging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folder a package. Use it to control what is exported. Keep it minimal — avoid logic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987552"/>
            <a:ext cx="4297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.task import Task, TaskCreate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vs Relative Imports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absolute imports at the package level for clarity. Relative imports (from .module) work within a package.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359152"/>
            <a:ext cx="4297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task_service.models.task import Task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Scaffolding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package structure in a comment. Copilot generates __init__.py exports and imports automatically.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3730752"/>
            <a:ext cx="4297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3794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Copilot: generate __init__.py for models package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Development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FastAPI for Copilot-Assisted Development?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 than Flask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typed APIs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56032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350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async/await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type annotations drive validation, docs, and Copilot suggestions automatically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validation with zero boilerplate — Copilot completes entire schemas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 system for auth, DB sessions — Copilot understands the patterns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TestClient Built-in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testing of async endpoints with httpx TestClient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FastAPI Service Step-by-Step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FastAPI, HTTPException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FastAPI(title='Task Service')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Task(BaseModel):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done: bool = False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@app.get('/tasks/{task_id}')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get_task(task_id: int) -&gt; Task: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Copilot fills this in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23560" y="102412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23560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9692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FastAPI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fastapi uvicorn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892808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23560" y="200253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2356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9476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handles validation automatically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871216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23560" y="298094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2356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Endpoints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282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+ type hints = auto docs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3849624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23560" y="39593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235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39044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Server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4261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main:app --reload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Boilerplate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with Copilot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Copilot Automate?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COPILOT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write CRUD endpoints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out Pydantic schemas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340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repetitive test fixtures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924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 error handlers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050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router boilerplate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→ Copilot generates CRUD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756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fields → schema generated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340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pattern → fixtures auto-filled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3924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comment → full error handling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4050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header → router auto-scaffolded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914400"/>
            <a:ext cx="0" cy="3931920"/>
          </a:xfrm>
          <a:prstGeom prst="line">
            <a:avLst/>
          </a:prstGeom>
          <a:noFill/>
          <a:ln w="190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&amp;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Pattern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412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14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(Routers)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in/out · validation · response models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79552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(Business Logic)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· transformations · orchestration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51176"/>
            <a:ext cx="749808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(Repositories)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986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queries · ORM · external APIs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3346704"/>
            <a:ext cx="704088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/ Schemas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6941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· DB entities · DTOs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4142232"/>
            <a:ext cx="65836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4897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env vars · feature flags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Modular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371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does one thing. A router handles HTTP, a service handles business logic — never mix the two.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68112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68112" y="1371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communicate through interfaces. Services don't import routers. This enables testing in isolation.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1343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404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7552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72491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code lives together. All task-related logic is in the tasks module — not scattered across files.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1343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404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68112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Principle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68112" y="272491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Yourself. Extract shared logic to utilities. Copilot detects patterns and suggests refactors.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758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7552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0782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dependencies in (don't import them globally). FastAPI's Depends() makes this natural and testable.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66744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758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68112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over Implicit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40782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clear, verbose code. Type annotations + docstrings = self-documenting + better Copilot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Microservice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Copilot-Assisted Development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minutes  |  Lab file: lab_fastapi_microservice.py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Task Management Microservice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005840" cy="914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8288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08760" y="1371600"/>
            <a:ext cx="10058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371600"/>
            <a:ext cx="10058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task_service.py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77640" y="1371600"/>
            <a:ext cx="100584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466344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146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 —  Pydantic BaseSettings (env vars &amp; app config)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3246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—  FastAPI app, router registration, startup config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466344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246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—  FastAPI app, router registration, startup config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3716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25312" y="1408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FastAPI project structure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199339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5312" y="2029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Pydantic Task models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26151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25312" y="2651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service layer (CRUD logic)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323697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25312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REST endpoints with Copilot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0" y="385876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25312" y="38953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configuration with BaseSettings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44805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0" y="4480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25312" y="45171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API via /docs (Swagger UI)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accelerates REST API development — from schema to endpoint in seconds with the right prompts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 architecture matters — routers, services, models, and config should be clearly separated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624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FastAPI's type-hint-first design pairs perfectly with Copilot — annotations drive validation, docs, and suggestions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4107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is a solved problem — let Copilot generate CRUD, error handlers, and fixtures from intent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151376"/>
            <a:ext cx="8412480" cy="685800"/>
          </a:xfrm>
          <a:prstGeom prst="rect">
            <a:avLst/>
          </a:prstGeom>
          <a:solidFill>
            <a:srgbClr val="0F2044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16966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1970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enables maintainability — single responsibility + loose coupling + DI = testable code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</Words>
  <Application>Microsoft Macintosh PowerPoint</Application>
  <PresentationFormat>On-screen Show (16:9)</PresentationFormat>
  <Paragraphs>291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REST APIs with GitHub Copilot</dc:title>
  <dc:subject>PptxGenJS Presentation</dc:subject>
  <dc:creator>PptxGenJS</dc:creator>
  <cp:lastModifiedBy>Sandeep Raghavendra Diddi</cp:lastModifiedBy>
  <cp:revision>1</cp:revision>
  <dcterms:created xsi:type="dcterms:W3CDTF">2026-04-06T10:41:41Z</dcterms:created>
  <dcterms:modified xsi:type="dcterms:W3CDTF">2026-04-06T10:44:36Z</dcterms:modified>
</cp:coreProperties>
</file>